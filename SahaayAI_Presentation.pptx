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SahaayAI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</a:rPr>
              <a:t>Healthcare Insurance Intelligence Platform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926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5"/>
                </a:solidFill>
              </a:rPr>
              <a:t>Empowering Patients with AI-Driven Claim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Complex Insurance Policies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Healthcare insurance policies are difficult to understand, leading to confusion and poor decisions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High Rejection Rates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Claims rejected not due to fraud, but misunderstood PED clauses, waiting periods, and hidden exclusions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Limited Insurance Literacy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Patients forced to make critical financial decisions with limited knowledge and biased intermediaries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Healthcare Delivery Impact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Hospitals spend 30-35% of time on documentation instead of patient care due to insurance complexity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SahaayAI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657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What is SahaayAI?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 responsible AI platform that: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Simplifies health insurance understanding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Predicts claim outcomes before submission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Provides clear, explainable insights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Supports multilingual access across India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Built with transparency and human oversight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6576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109728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280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Core Features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0352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Before Purchase: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Policy comparison &amp; recommendation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At Claim Time: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AI-powered claim outcome prediction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0" y="3017520"/>
            <a:ext cx="173736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0" y="3017520"/>
            <a:ext cx="73152" cy="16459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200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3840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Multilingual Support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903720" y="3017520"/>
            <a:ext cx="173736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903720" y="3017520"/>
            <a:ext cx="73152" cy="16459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2004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3840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AI-Powered Insights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Patient Journey - Stage 1: Before Purchase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 Medical 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Pre-existing diseases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Current medications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Medical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Planned procedures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468880"/>
            <a:ext cx="27432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097280"/>
            <a:ext cx="27432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09728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0624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Compare multiple policies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Evaluate PED coverage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Calculate rejection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Recommend best fit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468880"/>
            <a:ext cx="27432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1097280"/>
            <a:ext cx="27432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0" y="109728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Personalized Report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Side-by-side comparison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Risk indicators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Plain language explanations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Best policy recommendation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Multilingual support available in Hindi, Tamil, Telugu, Bengali, Marathi &amp; more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AI-Powered Claim Outcome Prediction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The Challenge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Patients submit claims without knowing approval probability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Rejection discovered after weeks/months of waiting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No clarity on WHY claims get rejected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• Financial stress during critical medical situations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346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SahaayAI's Solution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31520" y="338328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 Approval Probability Score: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 Get 0-100% probability before submission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 Amount Prediction: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 Know exact amount likely to be approved vs claimed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 Risk Factor Analysis: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 Identify specific clauses that support or reject your claim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 Document Readiness Check: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 Get checklist of required documents before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Sample Claim Prediction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Case: 35-year-old with Type 2 Diabetes - Angioplasty Claim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CLAIM DETAILS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Policy: Star Health Comprehensive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Treatment: Coronary Angioplasty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Hospital: Apollo Hospital, Mumbai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Claim Amount: ₹3,50,000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02C39A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AI PREDICTION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72%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9224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APPROVAL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PROBABILITY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11480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43200"/>
            <a:ext cx="73152" cy="182880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83464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Financial Breakdown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Total Claimed: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0" y="3291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₹3,50,000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Insurer Will Pay: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43200" y="3611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₹3,00,000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You Will Pay: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₹50,000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Approval %: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85.7%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2743200"/>
            <a:ext cx="3931920" cy="1828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Supporting Factors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937760" y="3291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Waiting period satisfied (25 months)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Treatment covered under policy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Network hospital used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2336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4924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Risk Factors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93776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⚠ Sub-limit breach: ₹3L cap (Clause 6.3)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⚠ Pre-authorization not verified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Document Checklist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21031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Document Completeness Check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UPLOADED: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✅ Hospital bill (verified)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✅ Discharge summary (verified)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MISSING CRITICAL: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❌ Pre-authorization approval letter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❌ Cardiologist referral letter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93192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0" y="914400"/>
            <a:ext cx="73152" cy="21031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058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Actionable Recommendations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83480" y="14630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🔴 HIGH PRIORITY: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1. Obtain pre-authorization letter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C5F2D"/>
                </a:solidFill>
              </a:rPr>
              <a:t>   Impact: 72% → 90% approval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🟡 MEDIUM PRIORITY: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2. Get cardiologist referral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3. Request itemized bill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🆘 If Claim Gets Rejected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4008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Step 1: Internal Appeal (within 30 days)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Step 2: Insurance Ombudsman - ombudsman.mumbai@irdai.gov.in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Step 3: Download appeal letter template &amp; evidence checklist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What Makes SahaayAI Different?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Traditional Insurance Platforms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SahaayAI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❌ Compare only premiums &amp; coverage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60020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✓ Predict real claim outcomes with probability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❌ Generic policy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24028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✓ Personalized to patient's medical profile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❌ Submit and hope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88036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✓ Know approval probability before submission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❌ No post-purchase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52044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✓ End-to-end claim navigation &amp; guidance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❌ Biased by commissions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16052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41605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✓ Patient-focused, insurer-agnostic insights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Technology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Interface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Web App (AWS Amplify) | Mobile App | Multilingual 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AI/ML Services (Amazon Bedrock)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Claude 3.5 Sonnet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(Reasoning)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697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Knowledge Bases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(Policy RAG)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697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Comprehend Medical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(Entity Extract)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69748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Textract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(Document Parse)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Storage &amp; Processing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(Documents)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420624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206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DynamoDB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(User Data)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20624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206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OpenSearch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(Vector DB)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4206240"/>
            <a:ext cx="19202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206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Translate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(i18n)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Comprehensive Feature 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Before Purchase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Policy comparison across providers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PED &amp; medication evaluation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Early rejection warning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Insurance education &amp; clarity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Hidden clause identification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Multilingual explanations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At Claim Time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85800" y="3657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AI-powered approval probability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Exact amount prediction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Risk factor identification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Document completeness check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Next steps if rejected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• Ombudsman guidance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754880" y="914400"/>
            <a:ext cx="73152" cy="38404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05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Clinical Intelligence (Future)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98348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Medical history summarization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Research paper recommendations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Clinical decision support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603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Hospital Automation (Future)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8348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Workflow automation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Documentation reduction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Custom AI agents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1148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Patient Education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983480" y="4663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Interactive quizzes &amp; visuals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Simplified medical explanations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Multilingual support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Our Unique Value Proposition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188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</a:rPr>
              <a:t>"We don't sell insurance.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</a:rPr>
              <a:t>We help patients know if it will actually work."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40233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Claim Outcome–Focused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Unlike platforms comparing only premiums, we predict real claim success based on your medical history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377440"/>
            <a:ext cx="40233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846320" y="237744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Personalized to Patient, Not Policy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7492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Every recommendation tailored to your PEDs, medications &amp; procedures — eliminating agent bias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Clause-Grounded Explainability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All insights backed by specific policy clauses, translated into simple language you can trust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3657600"/>
            <a:ext cx="40233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365760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507492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End-to-End Care Navigation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7492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Pre-purchase → Claim prediction → Submission → Rejection help → Ombudsman guidance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Implementation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1: MVP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828800" cy="3657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Weeks 1-8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Insurance decision support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Policy comparison engine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Basic claim prediction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651760"/>
            <a:ext cx="27432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1097280"/>
            <a:ext cx="27432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566160" y="109728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2: Enhanced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023360" y="1828800"/>
            <a:ext cx="1828800" cy="3657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745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8056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Weeks 9-16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7490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Advanced claim analytics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4904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Document verification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74904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Multilingual expansion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0" y="2651760"/>
            <a:ext cx="274320" cy="36576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3" name="Shape 19"/>
          <p:cNvSpPr/>
          <p:nvPr/>
        </p:nvSpPr>
        <p:spPr>
          <a:xfrm>
            <a:off x="6675120" y="1097280"/>
            <a:ext cx="27432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675120" y="1097280"/>
            <a:ext cx="27432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3: Scale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7132320" y="1828800"/>
            <a:ext cx="1828800" cy="36576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7452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58952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Weeks 17-24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8580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Clinical intelligence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85800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Hospital automation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85800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✓ Pan-India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Estimated Implementation Cost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Monthly AWS Infrastructure Cost (MVP Phase)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AWS Service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Est. Cost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Amazon Bedrock (Claude 3.5)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1M tokens/month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₹3,000 - ₹4,000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Bedrock Knowledge Bases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10K queries/month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₹1,200 - ₹2,000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Amazon Comprehend Medical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Medical entity extraction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₹800 - ₹1,200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Amazon Textract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5K pages/month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743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₹6,000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Amazon Translate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1M characters/month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₹1,200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DynamoDB + S3 + Lambda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Storage &amp; compute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₹3,000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OpenSearch Service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Vector database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3703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₹8,000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023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Amplify + CloudFront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0" y="4023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Web hosting &amp; CDN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4023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₹1,200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ESTIMATED MONTHLY COST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0936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₹25,000 - ₹32,000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* Costs scale with usage. Free tier available for development &amp; testing.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SahaayAI - Empowering Patients with AI-Driven Healthcare Intelligence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Questions?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Team SahaayAI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AWS AI for Bharat Hackathon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SahaayAI - Healthcare Insurance Intelligence Platform</dc:title>
  <dc:subject>PptxGenJS Presentation</dc:subject>
  <dc:creator>SahaayAI Team</dc:creator>
  <cp:lastModifiedBy>SahaayAI Team</cp:lastModifiedBy>
  <cp:revision>1</cp:revision>
  <dcterms:created xsi:type="dcterms:W3CDTF">2026-02-03T16:42:00Z</dcterms:created>
  <dcterms:modified xsi:type="dcterms:W3CDTF">2026-02-03T16:42:00Z</dcterms:modified>
</cp:coreProperties>
</file>